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0244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8096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8314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5413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4564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9296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068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9015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7514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439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1356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0062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210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933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7873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502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0115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1BF02D-05B6-4987-84A7-C7787B31AFB8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4D355-6795-45E4-93BF-0D4B2733A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9583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96" r:id="rId1"/>
    <p:sldLayoutId id="2147484197" r:id="rId2"/>
    <p:sldLayoutId id="2147484198" r:id="rId3"/>
    <p:sldLayoutId id="2147484199" r:id="rId4"/>
    <p:sldLayoutId id="2147484200" r:id="rId5"/>
    <p:sldLayoutId id="2147484201" r:id="rId6"/>
    <p:sldLayoutId id="2147484202" r:id="rId7"/>
    <p:sldLayoutId id="2147484203" r:id="rId8"/>
    <p:sldLayoutId id="2147484204" r:id="rId9"/>
    <p:sldLayoutId id="2147484205" r:id="rId10"/>
    <p:sldLayoutId id="2147484206" r:id="rId11"/>
    <p:sldLayoutId id="2147484207" r:id="rId12"/>
    <p:sldLayoutId id="2147484208" r:id="rId13"/>
    <p:sldLayoutId id="2147484209" r:id="rId14"/>
    <p:sldLayoutId id="2147484210" r:id="rId15"/>
    <p:sldLayoutId id="2147484211" r:id="rId16"/>
    <p:sldLayoutId id="21474842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99597" y="664233"/>
            <a:ext cx="8825658" cy="1700275"/>
          </a:xfrm>
        </p:spPr>
        <p:txBody>
          <a:bodyPr/>
          <a:lstStyle/>
          <a:p>
            <a:pPr algn="ctr"/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BeautyBook – La plateforme de réservation beauté.</a:t>
            </a:r>
            <a:endParaRPr lang="fr-FR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77439" y="5826554"/>
            <a:ext cx="46955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sz="1800" b="1" dirty="0" err="1" smtClean="0"/>
              <a:t>Presenté</a:t>
            </a:r>
            <a:r>
              <a:rPr lang="fr-FR" sz="1800" b="1" dirty="0" smtClean="0"/>
              <a:t> par </a:t>
            </a:r>
            <a:r>
              <a:rPr lang="fr-FR" sz="1800" b="1" dirty="0"/>
              <a:t>:</a:t>
            </a:r>
            <a:r>
              <a:rPr lang="fr-FR" sz="1800" dirty="0"/>
              <a:t> </a:t>
            </a:r>
            <a:r>
              <a:rPr lang="fr-FR" sz="1800" dirty="0" smtClean="0"/>
              <a:t>Mlle  Priscille EKANGA</a:t>
            </a: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 bwMode="auto">
          <a:xfrm>
            <a:off x="7765474" y="5826554"/>
            <a:ext cx="47195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sz="1800" b="1" dirty="0"/>
              <a:t>Supervisé par :</a:t>
            </a:r>
            <a:r>
              <a:rPr lang="fr-FR" sz="1800" dirty="0"/>
              <a:t> M. Mohamed </a:t>
            </a:r>
            <a:r>
              <a:rPr lang="fr-FR" sz="1800" dirty="0" err="1"/>
              <a:t>Elafrit</a:t>
            </a:r>
            <a:r>
              <a:rPr lang="fr-FR" sz="1800" dirty="0"/>
              <a:t>.</a:t>
            </a:r>
            <a:r>
              <a:rPr lang="fr-FR" altLang="fr-FR" sz="1800" cap="none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fr-FR" altLang="fr-FR" sz="1800" cap="none" dirty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1299597" y="3445886"/>
            <a:ext cx="8825658" cy="10619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400" dirty="0">
                <a:latin typeface="+mn-lt"/>
              </a:rPr>
              <a:t>(simplifier la prise de RDV pour les clients et la gestion pour les salons)</a:t>
            </a:r>
          </a:p>
        </p:txBody>
      </p:sp>
    </p:spTree>
    <p:extLst>
      <p:ext uri="{BB962C8B-B14F-4D97-AF65-F5344CB8AC3E}">
        <p14:creationId xmlns:p14="http://schemas.microsoft.com/office/powerpoint/2010/main" val="17899535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Plan détaillé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Vision </a:t>
            </a:r>
            <a:r>
              <a:rPr lang="fr-FR" dirty="0" err="1" smtClean="0"/>
              <a:t>Board</a:t>
            </a:r>
            <a:endParaRPr lang="fr-FR" dirty="0"/>
          </a:p>
          <a:p>
            <a:r>
              <a:rPr lang="fr-FR" dirty="0" smtClean="0"/>
              <a:t>Persona</a:t>
            </a:r>
          </a:p>
          <a:p>
            <a:r>
              <a:rPr lang="fr-FR" dirty="0" smtClean="0"/>
              <a:t>Customer </a:t>
            </a:r>
            <a:r>
              <a:rPr lang="fr-FR" dirty="0" err="1" smtClean="0"/>
              <a:t>journey</a:t>
            </a:r>
            <a:endParaRPr lang="fr-FR" dirty="0" smtClean="0"/>
          </a:p>
          <a:p>
            <a:r>
              <a:rPr lang="fr-FR" dirty="0" err="1" smtClean="0"/>
              <a:t>StoryMap</a:t>
            </a:r>
            <a:endParaRPr lang="fr-FR" dirty="0" smtClean="0"/>
          </a:p>
          <a:p>
            <a:r>
              <a:rPr lang="fr-FR" dirty="0" smtClean="0"/>
              <a:t>Release Planning</a:t>
            </a:r>
          </a:p>
          <a:p>
            <a:r>
              <a:rPr lang="fr-FR" dirty="0" smtClean="0"/>
              <a:t>Product </a:t>
            </a:r>
            <a:r>
              <a:rPr lang="fr-FR" dirty="0" err="1" smtClean="0"/>
              <a:t>Backlog</a:t>
            </a:r>
            <a:endParaRPr lang="fr-FR" dirty="0" smtClean="0"/>
          </a:p>
          <a:p>
            <a:r>
              <a:rPr lang="fr-FR" dirty="0" smtClean="0"/>
              <a:t>Sprint </a:t>
            </a:r>
            <a:r>
              <a:rPr lang="fr-FR" dirty="0" err="1" smtClean="0"/>
              <a:t>Backlog</a:t>
            </a:r>
            <a:endParaRPr lang="fr-FR" dirty="0" smtClean="0"/>
          </a:p>
          <a:p>
            <a:r>
              <a:rPr lang="fr-FR" dirty="0" err="1" smtClean="0"/>
              <a:t>BurnDown</a:t>
            </a:r>
            <a:r>
              <a:rPr lang="fr-FR" dirty="0" smtClean="0"/>
              <a:t> Sprint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2303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Vision </a:t>
            </a:r>
            <a:r>
              <a:rPr lang="fr-FR" dirty="0" err="1" smtClean="0"/>
              <a:t>Board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087" y="1519111"/>
            <a:ext cx="7764834" cy="50612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62382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Persona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3" y="2374205"/>
            <a:ext cx="8947150" cy="35526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84001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 smtClean="0"/>
              <a:t>Emphathy</a:t>
            </a:r>
            <a:r>
              <a:rPr lang="fr-FR" dirty="0" smtClean="0"/>
              <a:t> </a:t>
            </a:r>
            <a:r>
              <a:rPr lang="fr-FR" dirty="0" err="1" smtClean="0"/>
              <a:t>Map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834" y="2052638"/>
            <a:ext cx="5576107" cy="41957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93310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14" y="0"/>
            <a:ext cx="7410091" cy="73292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6" name="ZoneTexte 15"/>
          <p:cNvSpPr txBox="1"/>
          <p:nvPr/>
        </p:nvSpPr>
        <p:spPr>
          <a:xfrm>
            <a:off x="8220369" y="1491312"/>
            <a:ext cx="35224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Julie </a:t>
            </a:r>
            <a:r>
              <a:rPr lang="fr-FR" dirty="0" smtClean="0"/>
              <a:t>: Un tunnel de conversion en 6 étapes, de la recherche à la confirmation.</a:t>
            </a:r>
          </a:p>
          <a:p>
            <a:endParaRPr lang="fr-FR" dirty="0"/>
          </a:p>
          <a:p>
            <a:r>
              <a:rPr lang="fr-FR" b="1" dirty="0" smtClean="0"/>
              <a:t>Marc :</a:t>
            </a:r>
            <a:r>
              <a:rPr lang="fr-FR" dirty="0" smtClean="0"/>
              <a:t> Un tableau de bord centralisé pour gérer l'équipe et le planning.</a:t>
            </a:r>
          </a:p>
          <a:p>
            <a:endParaRPr lang="fr-FR" dirty="0"/>
          </a:p>
          <a:p>
            <a:r>
              <a:rPr lang="fr-FR" b="1" dirty="0" smtClean="0"/>
              <a:t>Analyse :</a:t>
            </a:r>
            <a:r>
              <a:rPr lang="fr-FR" dirty="0" smtClean="0"/>
              <a:t> "Chaque étape du parcours génère une User Story testable pour notre </a:t>
            </a:r>
            <a:r>
              <a:rPr lang="fr-FR" dirty="0" err="1" smtClean="0"/>
              <a:t>backlog</a:t>
            </a:r>
            <a:r>
              <a:rPr lang="fr-FR" dirty="0" smtClean="0"/>
              <a:t>"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895760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8896" y="0"/>
            <a:ext cx="8924944" cy="67136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ZoneTexte 4"/>
          <p:cNvSpPr txBox="1"/>
          <p:nvPr/>
        </p:nvSpPr>
        <p:spPr>
          <a:xfrm>
            <a:off x="8988725" y="1992700"/>
            <a:ext cx="31313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Points clés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Décomposition en Epics (ex: Réservation, Gestion Pro, Profils).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Estimations : Toutes les User Stories sont &lt; 8 Story Points pour garantir la fluidité des sprints.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026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90290" y="500062"/>
            <a:ext cx="10515600" cy="1325563"/>
          </a:xfrm>
        </p:spPr>
        <p:txBody>
          <a:bodyPr/>
          <a:lstStyle/>
          <a:p>
            <a:pPr algn="ctr"/>
            <a:r>
              <a:rPr lang="fr-FR" dirty="0" smtClean="0"/>
              <a:t>Release planning (Phase 1)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30" y="2243582"/>
            <a:ext cx="8947150" cy="39527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811895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Release planning (Phase 2)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3" y="2335299"/>
            <a:ext cx="8947150" cy="36304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55621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5905" y="-202329"/>
            <a:ext cx="10515600" cy="1325563"/>
          </a:xfrm>
        </p:spPr>
        <p:txBody>
          <a:bodyPr/>
          <a:lstStyle/>
          <a:p>
            <a:pPr algn="ctr"/>
            <a:r>
              <a:rPr lang="fr-FR" dirty="0" err="1" smtClean="0"/>
              <a:t>DoR</a:t>
            </a:r>
            <a:r>
              <a:rPr lang="fr-FR" dirty="0" smtClean="0"/>
              <a:t>(</a:t>
            </a:r>
            <a:r>
              <a:rPr lang="fr-FR" dirty="0" err="1" smtClean="0"/>
              <a:t>Definition</a:t>
            </a:r>
            <a:r>
              <a:rPr lang="fr-FR" dirty="0" smtClean="0"/>
              <a:t> of </a:t>
            </a:r>
            <a:r>
              <a:rPr lang="fr-FR" dirty="0" err="1" smtClean="0"/>
              <a:t>Ready</a:t>
            </a:r>
            <a:r>
              <a:rPr lang="fr-FR" dirty="0" smtClean="0"/>
              <a:t>)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05" y="791665"/>
            <a:ext cx="10515600" cy="17969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40" y="3810967"/>
            <a:ext cx="10058400" cy="24314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re 1"/>
          <p:cNvSpPr txBox="1">
            <a:spLocks/>
          </p:cNvSpPr>
          <p:nvPr/>
        </p:nvSpPr>
        <p:spPr>
          <a:xfrm>
            <a:off x="902368" y="27284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err="1" smtClean="0"/>
              <a:t>DoD</a:t>
            </a:r>
            <a:r>
              <a:rPr lang="fr-FR" dirty="0" smtClean="0"/>
              <a:t> </a:t>
            </a:r>
            <a:r>
              <a:rPr lang="fr-FR" dirty="0" smtClean="0"/>
              <a:t>(</a:t>
            </a:r>
            <a:r>
              <a:rPr lang="fr-FR" dirty="0" err="1" smtClean="0"/>
              <a:t>Definition</a:t>
            </a:r>
            <a:r>
              <a:rPr lang="fr-FR" dirty="0" smtClean="0"/>
              <a:t> of </a:t>
            </a:r>
            <a:r>
              <a:rPr lang="fr-FR" dirty="0" err="1" smtClean="0"/>
              <a:t>Done</a:t>
            </a:r>
            <a:r>
              <a:rPr lang="fr-FR" dirty="0" smtClean="0"/>
              <a:t>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10477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 smtClean="0"/>
              <a:t>Acceptance</a:t>
            </a:r>
            <a:r>
              <a:rPr lang="fr-FR" dirty="0" smtClean="0"/>
              <a:t> </a:t>
            </a:r>
            <a:r>
              <a:rPr lang="fr-FR" dirty="0" err="1" smtClean="0"/>
              <a:t>Criteria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715" y="2052638"/>
            <a:ext cx="3318346" cy="41957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99061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Product </a:t>
            </a:r>
            <a:r>
              <a:rPr lang="fr-FR" dirty="0" err="1" smtClean="0"/>
              <a:t>Backlog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91" y="2283320"/>
            <a:ext cx="8947150" cy="30862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095973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Sprint </a:t>
            </a:r>
            <a:r>
              <a:rPr lang="fr-FR" dirty="0" err="1" smtClean="0"/>
              <a:t>Backlog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84" y="2630991"/>
            <a:ext cx="8947150" cy="30390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14194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 smtClean="0"/>
              <a:t>Burn</a:t>
            </a:r>
            <a:r>
              <a:rPr lang="fr-FR" dirty="0" smtClean="0"/>
              <a:t>-Down chart of first Sprint</a:t>
            </a:r>
            <a:endParaRPr lang="fr-FR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312" y="2052638"/>
            <a:ext cx="8371416" cy="41957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3717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1557</TotalTime>
  <Words>173</Words>
  <Application>Microsoft Office PowerPoint</Application>
  <PresentationFormat>Grand écran</PresentationFormat>
  <Paragraphs>32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Times New Roman</vt:lpstr>
      <vt:lpstr>Wingdings 3</vt:lpstr>
      <vt:lpstr>Ion</vt:lpstr>
      <vt:lpstr>BeautyBook – La plateforme de réservation beauté.</vt:lpstr>
      <vt:lpstr>Plan détaillé</vt:lpstr>
      <vt:lpstr>Vision Board</vt:lpstr>
      <vt:lpstr>Persona</vt:lpstr>
      <vt:lpstr>Emphathy Map</vt:lpstr>
      <vt:lpstr>Présentation PowerPoint</vt:lpstr>
      <vt:lpstr>Présentation PowerPoint</vt:lpstr>
      <vt:lpstr>Release planning (Phase 1)</vt:lpstr>
      <vt:lpstr>Release planning (Phase 2)</vt:lpstr>
      <vt:lpstr>DoR(Definition of Ready)</vt:lpstr>
      <vt:lpstr>Acceptance Criteria</vt:lpstr>
      <vt:lpstr>Product Backlog</vt:lpstr>
      <vt:lpstr>Sprint Backlog</vt:lpstr>
      <vt:lpstr>Burn-Down chart of first Sprint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BeautyBook – La plateforme de réservation beauté.</dc:title>
  <dc:creator>HP</dc:creator>
  <cp:lastModifiedBy>HP</cp:lastModifiedBy>
  <cp:revision>11</cp:revision>
  <dcterms:created xsi:type="dcterms:W3CDTF">2026-01-28T13:58:00Z</dcterms:created>
  <dcterms:modified xsi:type="dcterms:W3CDTF">2026-01-29T15:55:24Z</dcterms:modified>
</cp:coreProperties>
</file>
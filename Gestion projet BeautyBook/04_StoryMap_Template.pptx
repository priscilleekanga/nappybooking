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29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— </a:t>
            </a:r>
            <a:r>
              <a:rPr lang="en-US" sz="2400" b="1" dirty="0" err="1"/>
              <a:t>BeautyBook</a:t>
            </a:r>
            <a:r>
              <a:rPr lang="en-US" sz="2400" dirty="0"/>
              <a:t>.</a:t>
            </a:r>
            <a:endParaRPr lang="fr-FR" sz="2400" dirty="0"/>
          </a:p>
        </p:txBody>
      </p:sp>
      <p:sp>
        <p:nvSpPr>
          <p:cNvPr id="3" name="Shape 1"/>
          <p:cNvSpPr/>
          <p:nvPr/>
        </p:nvSpPr>
        <p:spPr>
          <a:xfrm>
            <a:off x="2834640" y="868680"/>
            <a:ext cx="8778240" cy="38404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80360" y="886968"/>
            <a:ext cx="8686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processus d'achat sur un e-commerce (découvrir → acheter → </a:t>
            </a:r>
            <a:r>
              <a:rPr lang="en-US" sz="1200" b="1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</a:t>
            </a:r>
            <a:r>
              <a:rPr lang="en-US" sz="1200" b="1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064240" y="822960"/>
            <a:ext cx="5486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594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234440" cy="6858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1143000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d'utilisateur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234440" cy="594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43000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234440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1143000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68680" cy="4114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8686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54456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577840"/>
            <a:ext cx="868680" cy="4114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596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629400"/>
            <a:ext cx="868680" cy="41148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64768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— admin boutique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1417320"/>
            <a:ext cx="740664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64408" y="1435608"/>
            <a:ext cx="7315200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— cliente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25328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71048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— logistique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8308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Administrer le catalogue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37360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8308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catalogue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92224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37944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produit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92224" y="3639312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37944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stock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92224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37944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photos/description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92224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37944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produits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8688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6440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produits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18688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6440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/ filtrer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73552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19272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produit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73552" y="3639312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19272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par catégories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73552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19272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avancés (bio, goût)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73552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19272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similaires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0016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45736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produits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0016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45736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fiche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00600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détail produit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00600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avis (mock)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0600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produits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81344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27064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81344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27064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au panier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36208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81928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/ retirer du panier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36208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81928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quantités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36208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81928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panier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662672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708392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commande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662672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708392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717536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763256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adresse + contact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717536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763256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client (optionnel)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717536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763256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Google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144000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18972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144000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18972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198864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244584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commande + confirmation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198864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244584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promo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198864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244584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0625328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067104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/ livrer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625328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67104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expédition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680192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725912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“préparée”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0680192" y="3639312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0725912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préparation (simple)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0680192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0725912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“expédiée”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680192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0725912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Collect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0680192" y="6647688"/>
            <a:ext cx="137160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0725912" y="6665976"/>
            <a:ext cx="1280160" cy="2194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IA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10680192" y="6931152"/>
            <a:ext cx="137160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0725912" y="6949440"/>
            <a:ext cx="1280160" cy="2194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fidélité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02920" y="448056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02920" y="553212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02920" y="658368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 rot="16200000">
            <a:off x="-866568" y="2246965"/>
            <a:ext cx="2269583" cy="423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54864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colonnes = étapes du scénario (temps) ; lignes = priorité (MUST→SHOULD→WOULD→WON'T).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“FEATURES” = activités (équivalent Features). Cartes = User Stories.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</a:t>
            </a:r>
            <a:r>
              <a:rPr lang="en-US" sz="3000" b="1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- </a:t>
            </a:r>
            <a:r>
              <a:rPr lang="en-US" sz="3000" b="1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BeautyBook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478024" y="802386"/>
            <a:ext cx="8778240" cy="38404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80360" y="886968"/>
            <a:ext cx="8686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</a:t>
            </a:r>
            <a:r>
              <a:rPr lang="fr-FR" sz="1200" dirty="0"/>
              <a:t>Processus de réservation d'une prestation de beauté (découvrir → réserver → gérer</a:t>
            </a:r>
            <a:r>
              <a:rPr lang="fr-FR" sz="1200" dirty="0" smtClean="0"/>
              <a:t>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064240" y="822960"/>
            <a:ext cx="5486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594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234440" cy="6858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1143000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d'utilisateur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234440" cy="594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43000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234440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1143000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68680" cy="4114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8686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54456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577840"/>
            <a:ext cx="868680" cy="4114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596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629400"/>
            <a:ext cx="868680" cy="41148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64768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100" dirty="0"/>
              <a:t>Julie / Marc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8308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900" dirty="0"/>
              <a:t>Authentification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28216" y="2685723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308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000" dirty="0"/>
              <a:t>Accès compte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92224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Inscription / Login 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• Distinction Rôle Salon / Client</a:t>
            </a:r>
          </a:p>
        </p:txBody>
      </p:sp>
      <p:sp>
        <p:nvSpPr>
          <p:cNvPr id="28" name="Shape 26"/>
          <p:cNvSpPr/>
          <p:nvPr/>
        </p:nvSpPr>
        <p:spPr>
          <a:xfrm>
            <a:off x="1792224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Login via Google 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• Oubli de mot de passe</a:t>
            </a:r>
          </a:p>
        </p:txBody>
      </p:sp>
      <p:sp>
        <p:nvSpPr>
          <p:cNvPr id="29" name="Shape 27"/>
          <p:cNvSpPr/>
          <p:nvPr/>
        </p:nvSpPr>
        <p:spPr>
          <a:xfrm>
            <a:off x="1792224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Profil client complet </a:t>
            </a:r>
            <a:br>
              <a:rPr lang="fr-FR" sz="1200" dirty="0"/>
            </a:br>
            <a:r>
              <a:rPr lang="fr-FR" sz="1200" dirty="0"/>
              <a:t>• Historique factures</a:t>
            </a:r>
          </a:p>
        </p:txBody>
      </p:sp>
      <p:sp>
        <p:nvSpPr>
          <p:cNvPr id="30" name="Shape 28"/>
          <p:cNvSpPr/>
          <p:nvPr/>
        </p:nvSpPr>
        <p:spPr>
          <a:xfrm>
            <a:off x="1792224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Connexion biométrique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73552" y="1508759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64408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100" dirty="0"/>
              <a:t>Julie (Cliente)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92562" y="2153410"/>
            <a:ext cx="158191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6440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900" dirty="0"/>
              <a:t>Catalogue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2710539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6440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000" dirty="0"/>
              <a:t>Recherche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3552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Liste des salons par ville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r>
              <a:rPr lang="fr-FR" sz="1400" dirty="0"/>
              <a:t>• Voir liste des services/prix</a:t>
            </a:r>
          </a:p>
        </p:txBody>
      </p:sp>
      <p:sp>
        <p:nvSpPr>
          <p:cNvPr id="38" name="Shape 36"/>
          <p:cNvSpPr/>
          <p:nvPr/>
        </p:nvSpPr>
        <p:spPr>
          <a:xfrm>
            <a:off x="3273552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Filtre par notes/avis </a:t>
            </a:r>
            <a:br>
              <a:rPr lang="fr-FR" sz="1200" dirty="0"/>
            </a:br>
            <a:r>
              <a:rPr lang="fr-FR" sz="1200" dirty="0"/>
              <a:t>• Galerie photos salon</a:t>
            </a:r>
          </a:p>
        </p:txBody>
      </p:sp>
      <p:sp>
        <p:nvSpPr>
          <p:cNvPr id="39" name="Shape 37"/>
          <p:cNvSpPr/>
          <p:nvPr/>
        </p:nvSpPr>
        <p:spPr>
          <a:xfrm>
            <a:off x="3273552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Recherche géo-localisée 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• Favoris</a:t>
            </a:r>
          </a:p>
        </p:txBody>
      </p:sp>
      <p:sp>
        <p:nvSpPr>
          <p:cNvPr id="40" name="Shape 38"/>
          <p:cNvSpPr/>
          <p:nvPr/>
        </p:nvSpPr>
        <p:spPr>
          <a:xfrm>
            <a:off x="3273552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Comparateur de prix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00016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45736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100" dirty="0"/>
              <a:t>Julie (Cliente)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0016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45736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900" dirty="0"/>
              <a:t>Réservation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94791" y="2685723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45736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000" dirty="0"/>
              <a:t>Tunnel d'achat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Voir créneaux libres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r>
              <a:rPr lang="fr-FR" sz="1400" dirty="0"/>
              <a:t>• Confirmer un rendez-vous</a:t>
            </a:r>
          </a:p>
        </p:txBody>
      </p:sp>
      <p:sp>
        <p:nvSpPr>
          <p:cNvPr id="48" name="Shape 46"/>
          <p:cNvSpPr/>
          <p:nvPr/>
        </p:nvSpPr>
        <p:spPr>
          <a:xfrm>
            <a:off x="4754880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Choisir un employé précis 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• Mail de confirmation</a:t>
            </a:r>
          </a:p>
        </p:txBody>
      </p:sp>
      <p:sp>
        <p:nvSpPr>
          <p:cNvPr id="49" name="Shape 47"/>
          <p:cNvSpPr/>
          <p:nvPr/>
        </p:nvSpPr>
        <p:spPr>
          <a:xfrm>
            <a:off x="4754880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Paiement acompte 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• Rappel SMS</a:t>
            </a:r>
          </a:p>
        </p:txBody>
      </p:sp>
      <p:sp>
        <p:nvSpPr>
          <p:cNvPr id="50" name="Shape 48"/>
          <p:cNvSpPr/>
          <p:nvPr/>
        </p:nvSpPr>
        <p:spPr>
          <a:xfrm>
            <a:off x="4754880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Liste d'attente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181344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27064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100" dirty="0"/>
              <a:t>Marc (Gérant)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81344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27064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900" dirty="0"/>
              <a:t>Opérations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81344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27064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000" dirty="0"/>
              <a:t>Planning 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3323844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Créer employé/service </a:t>
            </a:r>
            <a:br>
              <a:rPr lang="fr-FR" sz="1200" dirty="0"/>
            </a:br>
            <a:r>
              <a:rPr lang="fr-FR" sz="1200" dirty="0"/>
              <a:t>• Voir planning hebdo </a:t>
            </a:r>
            <a:br>
              <a:rPr lang="fr-FR" sz="1200" dirty="0"/>
            </a:br>
            <a:r>
              <a:rPr lang="fr-FR" sz="1200" dirty="0"/>
              <a:t>• Bloquer un créneau</a:t>
            </a:r>
          </a:p>
        </p:txBody>
      </p:sp>
      <p:sp>
        <p:nvSpPr>
          <p:cNvPr id="58" name="Shape 56"/>
          <p:cNvSpPr/>
          <p:nvPr/>
        </p:nvSpPr>
        <p:spPr>
          <a:xfrm>
            <a:off x="6236208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200" dirty="0"/>
              <a:t>• Gestion des horaires 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• Annuler un RDV client</a:t>
            </a:r>
          </a:p>
        </p:txBody>
      </p:sp>
      <p:sp>
        <p:nvSpPr>
          <p:cNvPr id="59" name="Shape 57"/>
          <p:cNvSpPr/>
          <p:nvPr/>
        </p:nvSpPr>
        <p:spPr>
          <a:xfrm>
            <a:off x="6236208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Statistiques revenus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r>
              <a:rPr lang="fr-FR" sz="1400" dirty="0"/>
              <a:t>• Fiche client détaillée</a:t>
            </a:r>
          </a:p>
        </p:txBody>
      </p:sp>
      <p:sp>
        <p:nvSpPr>
          <p:cNvPr id="60" name="Shape 58"/>
          <p:cNvSpPr/>
          <p:nvPr/>
        </p:nvSpPr>
        <p:spPr>
          <a:xfrm>
            <a:off x="6236208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Gestion des stocks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r>
              <a:rPr lang="fr-FR" sz="1400" dirty="0"/>
              <a:t>• Caisse physique</a:t>
            </a:r>
          </a:p>
        </p:txBody>
      </p:sp>
      <p:sp>
        <p:nvSpPr>
          <p:cNvPr id="61" name="Shape 59"/>
          <p:cNvSpPr/>
          <p:nvPr/>
        </p:nvSpPr>
        <p:spPr>
          <a:xfrm>
            <a:off x="7662672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708392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100" dirty="0"/>
              <a:t>Priscille (Admin)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717536" y="2121408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708392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900" dirty="0"/>
              <a:t>Supervision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662672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708392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fr-FR" sz="1000" dirty="0"/>
              <a:t>Dashboard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717536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Liste des salons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r>
              <a:rPr lang="fr-FR" sz="1400" dirty="0"/>
              <a:t>• Statut des comptes</a:t>
            </a:r>
          </a:p>
        </p:txBody>
      </p:sp>
      <p:sp>
        <p:nvSpPr>
          <p:cNvPr id="68" name="Shape 66"/>
          <p:cNvSpPr/>
          <p:nvPr/>
        </p:nvSpPr>
        <p:spPr>
          <a:xfrm>
            <a:off x="7717536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Gestion des abonnements </a:t>
            </a:r>
            <a:br>
              <a:rPr lang="fr-FR" sz="1400" dirty="0"/>
            </a:br>
            <a:r>
              <a:rPr lang="fr-FR" sz="1400" dirty="0"/>
              <a:t>• Support technique</a:t>
            </a:r>
          </a:p>
        </p:txBody>
      </p:sp>
      <p:sp>
        <p:nvSpPr>
          <p:cNvPr id="69" name="Shape 67"/>
          <p:cNvSpPr/>
          <p:nvPr/>
        </p:nvSpPr>
        <p:spPr>
          <a:xfrm>
            <a:off x="7717536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Analyse du </a:t>
            </a:r>
            <a:r>
              <a:rPr lang="fr-FR" sz="1400" dirty="0" err="1"/>
              <a:t>Churn</a:t>
            </a:r>
            <a:r>
              <a:rPr lang="fr-FR" sz="1400" dirty="0"/>
              <a:t>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r>
              <a:rPr lang="fr-FR" sz="1400" dirty="0"/>
              <a:t>• Exportation compta</a:t>
            </a:r>
          </a:p>
        </p:txBody>
      </p:sp>
      <p:sp>
        <p:nvSpPr>
          <p:cNvPr id="70" name="Shape 68"/>
          <p:cNvSpPr/>
          <p:nvPr/>
        </p:nvSpPr>
        <p:spPr>
          <a:xfrm>
            <a:off x="7717536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fr-FR" sz="1400" dirty="0"/>
              <a:t>• Comptabilité complète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189720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18972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18972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671048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67104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02920" y="448056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02920" y="553212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" y="658368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4864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: commencez par les FEATURES (activités) + scénario, puis remplissez MUST (MVP), puis SHOULD/WOULD/WON'T.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372</Words>
  <Application>Microsoft Office PowerPoint</Application>
  <PresentationFormat>Grand écran</PresentationFormat>
  <Paragraphs>126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Coach Scrum CDWFS</dc:creator>
  <cp:lastModifiedBy>HP</cp:lastModifiedBy>
  <cp:revision>12</cp:revision>
  <dcterms:created xsi:type="dcterms:W3CDTF">2026-01-27T08:47:05Z</dcterms:created>
  <dcterms:modified xsi:type="dcterms:W3CDTF">2026-01-29T15:56:50Z</dcterms:modified>
</cp:coreProperties>
</file>